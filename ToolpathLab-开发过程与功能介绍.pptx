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接手基座</c:v>
                </c:pt>
                <c:pt idx="1">
                  <c:v>圆鼻刀</c:v>
                </c:pt>
                <c:pt idx="2">
                  <c:v>柱面尝试</c:v>
                </c:pt>
                <c:pt idx="3">
                  <c:v>撤柱面+斜面口径</c:v>
                </c:pt>
                <c:pt idx="4">
                  <c:v>刀路贴斜面修复</c:v>
                </c:pt>
                <c:pt idx="5">
                  <c:v>加工面高度</c:v>
                </c:pt>
                <c:pt idx="6">
                  <c:v>部件厚度</c:v>
                </c:pt>
                <c:pt idx="7">
                  <c:v>Z 上限可设</c:v>
                </c:pt>
                <c:pt idx="8">
                  <c:v>生成毛坯</c:v>
                </c:pt>
                <c:pt idx="9">
                  <c:v>分层粗加工</c:v>
                </c:pt>
                <c:pt idx="10">
                  <c:v>平顶清料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194</c:v>
                </c:pt>
                <c:pt idx="1">
                  <c:v>208</c:v>
                </c:pt>
                <c:pt idx="2">
                  <c:v>230</c:v>
                </c:pt>
                <c:pt idx="3">
                  <c:v>220</c:v>
                </c:pt>
                <c:pt idx="4">
                  <c:v>220</c:v>
                </c:pt>
                <c:pt idx="5">
                  <c:v>233</c:v>
                </c:pt>
                <c:pt idx="6">
                  <c:v>240</c:v>
                </c:pt>
                <c:pt idx="7">
                  <c:v>249</c:v>
                </c:pt>
                <c:pt idx="8">
                  <c:v>249</c:v>
                </c:pt>
                <c:pt idx="9">
                  <c:v>261</c:v>
                </c:pt>
                <c:pt idx="10">
                  <c:v>263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0E6B62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微软雅黑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微软雅黑"/>
              </a:rPr>
              <a:t>ToolpathLab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CFEAE6"/>
                </a:solidFill>
                <a:latin typeface="微软雅黑"/>
              </a:rPr>
              <a:t>功能开发记录 · 开发过程说明与功能介绍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42A2E"/>
                </a:solidFill>
                <a:latin typeface="微软雅黑"/>
              </a:rPr>
              <a:t>桌面级 2.5D 刀路规划基座：把刀路算清楚、画清楚、验证清楚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566666"/>
                </a:solidFill>
                <a:latin typeface="微软雅黑"/>
              </a:rPr>
              <a:t>从接手基座到分层粗加工：14 次（含 1 次功能撤回、4 次修复） · 78 个受版本管理的文件 · 263 项单元 / 接口测试 + 13 项前端几何自检，全绿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566666"/>
                </a:solidFill>
                <a:latin typeface="微软雅黑"/>
              </a:rPr>
              <a:t>2026-09-30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00600"/>
            <a:ext cx="3383280" cy="128016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刀具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平底刀 / 球头刀 / 圆鼻刀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足迹半径 = 半径 − 刀尖圆角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800600"/>
            <a:ext cx="3383280" cy="128016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区域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方形 / 圆形 / 斜坡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加工面高度、部件厚度、Z 上限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4800600"/>
            <a:ext cx="3383280" cy="128016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策略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栅格刀路 / 跟随周边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分层粗加工：每层深度可设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五个部分：先说清定位与节奏，再用真实刀路演示功能，最后交代工程实践与边界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212080" cy="137160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一、项目定位与技术栈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一句话说明它解决什么问题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代码分层与规模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120640" cy="137160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二、开发过程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五个阶段与 14 次提交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测试随功能一起长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29000"/>
            <a:ext cx="5212080" cy="137160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三、功能演示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刀具 / 区域 / 策略 / 毛坯 / 分层粗加工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每个功能都配真实刀路图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429000"/>
            <a:ext cx="5120640" cy="137160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四、工程实践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两层测试：263 项 + 13 项几何自检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被测试守住的关键不变量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29200"/>
            <a:ext cx="5212080" cy="1097280"/>
          </a:xfrm>
          <a:prstGeom prst="roundRect">
            <a:avLst/>
          </a:prstGeom>
          <a:solidFill>
            <a:srgbClr val="EEF1F1"/>
          </a:solidFill>
          <a:ln w="12700">
            <a:solidFill>
              <a:srgbClr val="5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566666"/>
                </a:solidFill>
                <a:latin typeface="微软雅黑"/>
              </a:rPr>
              <a:t>五、边界与后续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已知限制（2.5D、不做材料去除仿真…）与六个可选方向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一、项目定位：把刀路算清楚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用规则区域替掉「导入模型 + 提取特征」那一整套前置环节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486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450" b="1">
                <a:solidFill>
                  <a:srgbClr val="142A2E"/>
                </a:solidFill>
                <a:latin typeface="微软雅黑"/>
              </a:rPr>
              <a:t>·  输入：一把刀具 + 一块规则区域；输出：刀路、可播放的时间轴、可用的 G-code</a:t>
            </a:r>
          </a:p>
          <a:p>
            <a:pPr algn="l">
              <a:spcAft>
                <a:spcPts val="1300"/>
              </a:spcAft>
            </a:pPr>
            <a:r>
              <a:rPr sz="1450" b="0">
                <a:solidFill>
                  <a:srgbClr val="142A2E"/>
                </a:solidFill>
                <a:latin typeface="微软雅黑"/>
              </a:rPr>
              <a:t>·  区域不要求三维模型，参数直接描述加工面：水平面、斜面、或者斜面加平顶</a:t>
            </a:r>
          </a:p>
          <a:p>
            <a:pPr algn="l">
              <a:spcAft>
                <a:spcPts val="1300"/>
              </a:spcAft>
            </a:pPr>
            <a:r>
              <a:rPr sz="1450" b="0">
                <a:solidFill>
                  <a:srgbClr val="142A2E"/>
                </a:solidFill>
                <a:latin typeface="微软雅黑"/>
              </a:rPr>
              <a:t>·  策略只管 XY 怎么走，Z 由区域回答——所以同一套策略同时服务方形、圆形与斜坡</a:t>
            </a:r>
          </a:p>
          <a:p>
            <a:pPr algn="l">
              <a:spcAft>
                <a:spcPts val="1300"/>
              </a:spcAft>
            </a:pPr>
            <a:r>
              <a:rPr sz="1450" b="0">
                <a:solidFill>
                  <a:srgbClr val="142A2E"/>
                </a:solidFill>
                <a:latin typeface="微软雅黑"/>
              </a:rPr>
              <a:t>·  刀路可以脱离界面单独跑：本次开发所有刀路数字都是在命令行与 HTTP 接口上验证的</a:t>
            </a:r>
          </a:p>
          <a:p>
            <a:pPr algn="l">
              <a:spcAft>
                <a:spcPts val="1300"/>
              </a:spcAft>
            </a:pPr>
            <a:r>
              <a:rPr sz="1450" b="0">
                <a:solidFill>
                  <a:srgbClr val="142A2E"/>
                </a:solidFill>
                <a:latin typeface="微软雅黑"/>
              </a:rPr>
              <a:t>·  三维视图与界面参数都由后端的能力目录驱动：加一个参数只改一处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74519"/>
            <a:ext cx="4069080" cy="402336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它刻意不做的事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不导入模型、不提特征、不做 CAM 后处理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不追求三维曲面：模型限定在 2.5D（刀轴竖直）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不做材料去除仿真：只保证刀路几何是真的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不接机床：G-code 是标准三轴指令但未经实机验证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二、技术栈与规模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依赖单向向下：规划内核可以脱离界面单独测试与调用</a:t>
            </a:r>
          </a:p>
        </p:txBody>
      </p:sp>
      <p:pic>
        <p:nvPicPr>
          <p:cNvPr id="8" name="Picture 7" descr="fig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7406640" cy="33881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043207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图：core ← planning / simulation / export ← server ← web / electron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183879" y="1783080"/>
          <a:ext cx="3383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60"/>
                <a:gridCol w="1127760"/>
                <a:gridCol w="1127760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层次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技术选择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规模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后端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Python 3.13 + numpy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约 4.7k 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前端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原生 ES 模块 + 仓库内 vendored three.js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约 1.7k 行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桌面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Electron 43 桌面壳：拉起后端进程并承载窗口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electron/main.mjs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测试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unittest（后端与库）+ Node 几何自检（前端）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42A2E"/>
                          </a:solidFill>
                          <a:latin typeface="微软雅黑"/>
                        </a:rPr>
                        <a:t>263 + 13 项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83879" y="4297680"/>
            <a:ext cx="3383280" cy="146304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为什么这么选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无框架、无构建步骤：一份代码可直接跑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参数声明式：界面 / 校验 / 文档同源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三、开发过程：五个阶段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先能跑起来 → 再扩能力 → 最后做工艺细化；每阶段测试全绿并提交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37360"/>
          <a:ext cx="106070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4368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阶段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主要工作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提交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用例数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0 环境与接手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装齐 Python 3.13 / Node 24 / Electron 43 / Git；跑通 start.bat 桌面窗口；修掉示例脚本的路径坑与 HTTP 请求体未读导致的连接异常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88daf14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194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1 刀具扩展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放开圆鼻刀并新增刀尖圆角 Rc；三种刀具的足迹半径收敛为一句公式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81a0c10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208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 真曲面尝试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新增柱面区域（曲面加密、母线扫掠显示）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e5a6542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3 退回与工艺口径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整块撤回柱面；斜面改为只加工斜面段、沿斜面进刀、刀间沿面连接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6542753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4 显示修复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修复“斜面刀路被画在基准平面上”；补前端几何自检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07e0d81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5 区域口径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加工面高度、部件厚度、斜坡 Z 上限相继可设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954f1ba…b41f047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249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6 毛坯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顶栏“生成毛坯”：贴紧区域的长方体 / 竖直圆柱，顶面余量可设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a26c587…46eb719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7 分层粗加工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毛坯逐层铣削、每层深度可设；平台高度单独补一层；修复平顶留料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d8d536d…411eb19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42A2E"/>
                          </a:solidFill>
                          <a:latin typeface="微软雅黑"/>
                        </a:rPr>
                        <a:t>263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2770A"/>
                </a:solidFill>
                <a:latin typeface="微软雅黑"/>
              </a:rPr>
              <a:t>两次修复都是「用户看得见、测试看不见」的问题：三维显示与工艺完整性。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三、开发过程：测试随功能一起长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每个功能或修复都带回归测试；撤回柱面时用例数也如实下降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691640"/>
          <a:ext cx="78638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869680" y="1783080"/>
            <a:ext cx="2743200" cy="406908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为什么值得记一笔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测试是唯一能证明「新功能没动老行为」的东西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ap = 0 时刀路与开发前逐点一致——这条不变量守住了默认行为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撤回功能时用例数下降是正常的：把无用的抽象一起删掉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另有 13 项前端几何自检，专盯只有肉眼能发现的问题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四、功能：三种刀具，一句公式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足迹半径 = 半径 − 刀尖圆角半径：决定刀路相对轮廓要内缩多少</a:t>
            </a:r>
          </a:p>
        </p:txBody>
      </p:sp>
      <p:pic>
        <p:nvPicPr>
          <p:cNvPr id="8" name="Picture 7" descr="tool-t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17332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434007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三种刀尖剖面与足迹：平底刀 R、球头刀 0（点接触）、圆鼻刀 R − Rc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平底刀：圆角 0 → 足迹半径 = R</a:t>
            </a:r>
          </a:p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球头刀：圆角 = R → 足迹半径 = 0，只有刀尖接触</a:t>
            </a:r>
          </a:p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圆鼻刀：圆角 Rc 可设 → 足迹半径 = R − Rc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Rc = 0 退化成平底刀，Rc = R 退化成球头刀：三种刀具共用一套偏置逻辑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验证：Rc = 1.5、D10 的圆鼻刀足迹半径为 3.5；三种刀具刀尖都落在 Z =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四、功能：跟随周边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沿轮廓一圈一圈走，每一环同向绕行，绕向可选（俯视方向为准）</a:t>
            </a:r>
          </a:p>
        </p:txBody>
      </p:sp>
      <p:pic>
        <p:nvPicPr>
          <p:cNvPr id="8" name="Picture 7" descr="follow-periphery-w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38498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55063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左：逆时针绕行；右：顺时针绕行——环距相同，只是方向与起点不同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从轮廓等距偏置出第一环，之后每环推进一个切宽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偏置退化（面积过小或自交）即停止；每环等弧长重采样成刀点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环间沿同一条缝径向过渡一个切宽，不抬刀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向内 = 第一刀沿轮廓；向外 = 下刀在料心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验证：方形 80、D6、切宽 6 → 7 环（3…39 mm），切削长度 1064.0 mm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四、功能：斜坡区域（斜面 + 平顶）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低边取 +X 最外侧边并沿 −X 抬起；斜度与 Z 上限可设</a:t>
            </a:r>
          </a:p>
        </p:txBody>
      </p:sp>
      <p:pic>
        <p:nvPicPr>
          <p:cNvPr id="8" name="Picture 7" descr="ramp-region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19853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686152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30° 全斜面 / 60° 到 Z 上限后转平顶 / 俯视分片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XY 投影 80 × 80，低边在 +X、沿 −X 抬起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Z 上限默认 80 mm：升到上限即转平顶，折痕位置由斜度与上限共同决定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默认只加工斜面段：分界处的边先外扩一个足迹半径，内缩后刀路正好停在折痕上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验证：60°、上限 80 → 刀路 x ∈ [−6.188, 37]、Z ∈ [5.196, 80]，逐点贴面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上限改成 40，刀路最高 Z 也随之变成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四、功能：斜面上的工艺三条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由低往高走刀 · 下刀沿加工面切入 · 刀间沿加工面连接</a:t>
            </a:r>
          </a:p>
        </p:txBody>
      </p:sp>
      <p:pic>
        <p:nvPicPr>
          <p:cNvPr id="8" name="Picture 7" descr="ramp-slope-mach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949440" cy="218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935304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剖面（白=刀路、绿=沿面切入）与俯视（青=刀路范围，平顶整片留空）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429000" cy="169164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为什么由低往高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下刀那一端就是低处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沿面切入不会撞上高处的材料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611880"/>
            <a:ext cx="3429000" cy="169164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为什么少抬刀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单向走刀只剩 2 段快移（下刀与抬刀）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13 段刀间连接全在加工面上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66666"/>
                </a:solidFill>
                <a:latin typeface="微软雅黑"/>
              </a:rPr>
              <a:t>刀间连接算作切削运动，会如实计入切削长度与预计工时。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四、功能：加工面抽象——策略只管 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区域回答「多高、哪儿折、能走到哪、平台在什么高度」，其余交给策略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接口只有四个问题：height_at / surface_breaks / machining_boundary(_at) / surface_step_levels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平面区域的刀路仍是一刀两个点；斜面在折痕处补点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斜坡的轮廓与顶面分片由后端下发，前端不做几何数学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同一套策略代码同时服务方形、圆形与斜坡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验证：分层用的“层上下文”就是靠它实现的——一层之内即水平面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四、功能：区域口径三项可设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加工面高度 · 部件厚度 · 斜坡 Z 上限——都是参数，不是常量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828800"/>
          <a:ext cx="106070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  <a:gridCol w="2651760"/>
              </a:tblGrid>
              <a:tr h="4343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参数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归属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默认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影响范围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height_mm 加工面高度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方形 / 圆形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刀路 Z、安全面、G-code；斜面区域不提供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thickness_mm 部件厚度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三个区域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只影响工件与毛坯的基体高度，完全不进刀路计算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cap_z_mm 斜坡 Z 上限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斜坡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折痕位置、平顶分片、刀路最高点、安全面、G-code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3886200"/>
            <a:ext cx="106070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42A2E"/>
                </a:solidFill>
                <a:latin typeface="微软雅黑"/>
              </a:rPr>
              <a:t>·  验证：高度 20 的方形刀路 Z ∈ [20, 20]、安全面 25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42A2E"/>
                </a:solidFill>
                <a:latin typeface="微软雅黑"/>
              </a:rPr>
              <a:t>·  验证：同一区域厚度 5 与 60 的切削长度完全相同（370.0 mm）——纯几何量确实没渗进刀路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42A2E"/>
                </a:solidFill>
                <a:latin typeface="微软雅黑"/>
              </a:rPr>
              <a:t>·  验证：上限 40 / 80 / 200 分别得到折痕 x = 16.906 / −6.188 / 无平顶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142A2E"/>
                </a:solidFill>
                <a:latin typeface="微软雅黑"/>
              </a:rPr>
              <a:t>·  参数改动会同时影响界面说明、请求校验与接口文档——因为它们同源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四、功能：生成毛坯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方形 → 长方体，圆形 → 竖直圆柱；竖直面贴紧，只有顶面留余量</a:t>
            </a:r>
          </a:p>
        </p:txBody>
      </p:sp>
      <p:pic>
        <p:nvPicPr>
          <p:cNvPr id="8" name="Picture 7" descr="fig-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34070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10783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正视（含余量标注）与俯视（毛坯与区域贴紧，两者轮廓重合）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余量是刀路参数，默认 2 mm、可设 0–50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竖直面与底面都不留余量：毛坯只朝一个方向大——顶上那层料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半透明紫色实体 + 更亮棱线，与工件、刀路明显区分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界面显示与分层粗加工共用同一个余量值，不会各说各话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验证：几何自检 13 项（贴合、余量、圆形竖直摆放、斜坡顶面 = 上限 + 余量…）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四、功能：分层粗加工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把毛坯按「每层深度」逐层铣掉，最后仍沿加工面精加工一刀</a:t>
            </a:r>
          </a:p>
        </p:txBody>
      </p:sp>
      <p:pic>
        <p:nvPicPr>
          <p:cNvPr id="8" name="Picture 7" descr="fig-lay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32232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924044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真实刀路剖面：蓝=分层粗削、橙=平台清料层、白=沿加工面精加工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每层深度 ap 默认 0 = 不分层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层高从毛坯顶面往下、每层 ap；平台高度单独补一层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每层只切「加工面低于这一层」的范围：斜面上越往下越窄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料边不外扩 → 刀边正好贴住料边，不切进已成形的一侧、也不留窄条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放不下刀具的层跳过并提醒；ap = 0 时刀路与开发前逐点一致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四、功能：切削仿真——毛坯随刀具消失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2.5D 高度场：刀具扫过哪里，哪里的料就没了；走完刀路剩下区域形状</a:t>
            </a:r>
          </a:p>
        </p:txBody>
      </p:sp>
      <p:pic>
        <p:nvPicPr>
          <p:cNvPr id="8" name="Picture 7" descr="stock-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332" y="1645920"/>
            <a:ext cx="4136136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907023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上：方形（平底刀）／下：30° 斜坡（球头刀）；左俯视残留量、右中线剖面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网格铺满毛坯投影，每个节点记当前顶面高度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刀具推进时把刀盘内节点压到刀面在该半径处的高度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刀面按刀具类型给：平底等高 / 圆鼻先平后圆角 / 球头是球面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颜色分工：没切到的料是毛坯紫、切到加工面处变砂色，参照轮廓是淡灰白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内部 12321/12321 个节点走完都到加工面，残留只在刀具够不到的边界带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四、修复：刀心走到边界 + 切宽自动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最外层刀路离边缘 0 &lt; 刀具半径；切宽填 0 = 自动（刀具直径 − 1）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原来：刀路按足迹半径内缩，刀边只与边界相切，两刀之间留一圈料、四个角也够不到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现在：区域把零件边界外扩一个足迹半径再内缩，刀心正好落在边界上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刀边越界那半圈是空刀（毛坯竖直面与区域齐平，外面没有料）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折痕等「加工范围边界」不放开；分层时料边一侧保持不动，不会切进已成形的一侧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验证：方形铣完 18225/18225 个节点全部到加工面，顶面范围 [0, 0]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四、修复：斜面刀路被画在基准平面上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用户看得见、Python 测试看不见的问题——所以补了一层前端几何自检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现象：轮廓贴着斜面，刀路却横在基准平面上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根因：liftPaths() 本意是加 0.05 mm 抬升躲 z-fighting，却把真实 Z 替换成了抬升常量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线索：轮廓用的是「真实 Z + 抬升」，两条路径不一致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修复：改成在真实 Z 上加抬升量（平面区域表现不变）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加固：新增 13 项前端几何自检，并把 bug 注入回去验证脚本会报错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四、修复：平顶之上的毛坯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「只加工斜面段」时精加工到不了平顶，那 2 mm 料就整整齐齐留在平顶上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675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现象：零件没做完——平顶上留着一层与余量同厚的料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原因一（范围）：该层只返回斜面段的范围，平顶那一块 XY 根本不在刀路里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原因二（层高）：层是 82 / 62 / 42 / 22，没有一层正好落在平顶高度 80——在 82 切是削空气</a:t>
            </a:r>
          </a:p>
          <a:p>
            <a:pPr algn="l">
              <a:spcAft>
                <a:spcPts val="1100"/>
              </a:spcAft>
            </a:pPr>
            <a:r>
              <a:rPr sz="1350" b="1">
                <a:solidFill>
                  <a:srgbClr val="142A2E"/>
                </a:solidFill>
                <a:latin typeface="微软雅黑"/>
              </a:rPr>
              <a:t>·  修复：区域报出平台高度，层里补上 80 这一层，且该层覆盖整个区域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142A2E"/>
                </a:solidFill>
                <a:latin typeface="微软雅黑"/>
              </a:rPr>
              <a:t>·  毛坯顶部余量为 0、或勾选「加工平顶」时都不补这一层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828800"/>
            <a:ext cx="3886200" cy="192024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修复前后的实测对比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默认（余量 2、不分层）：水平层刀 14 条，Z = 80，x ∈ [−37, 37]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折痕在 x = −6.188 → 平顶那一侧也被这一层覆盖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余量 0（对照）：水平层刀 0 条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分层 20 mm：层 82 → 80 → 62 → 42 → 22，2 mm 那层放不下刀具已跳过并提醒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五、一次做了又撤回的尝试：柱面区域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探索「真曲面」→ 确认方向不对 → 整块撤回，不留死抽象</a:t>
            </a:r>
          </a:p>
        </p:txBody>
      </p:sp>
      <p:pic>
        <p:nvPicPr>
          <p:cNvPr id="8" name="Picture 7" descr="cylinder-region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406640" cy="23242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025043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已撤回的柱面区域（存档图）：左剖面、右俯视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429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做了什么：加工面是沿 Y 轴扫掠的圆柱面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区域声明曲面采样步长，刀路沿折线加密贴合曲面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三维顶面改由前端用一条母线扫掠生成</a:t>
            </a:r>
          </a:p>
          <a:p>
            <a:pPr algn="l">
              <a:spcAft>
                <a:spcPts val="900"/>
              </a:spcAft>
            </a:pPr>
            <a:r>
              <a:rPr sz="1220" b="1">
                <a:solidFill>
                  <a:srgbClr val="142A2E"/>
                </a:solidFill>
                <a:latin typeface="微软雅黑"/>
              </a:rPr>
              <a:t>·  顺手修掉的真问题：横移安全面原先只看快移两端点，柱面的拱顶落在刀路中间时会被穿过去（实测低 17.5 mm）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撤回时连同只为它服务的曲面加密、解析最高点钩子、母线扫掠显示一起删掉</a:t>
            </a:r>
          </a:p>
          <a:p>
            <a:pPr algn="l">
              <a:spcAft>
                <a:spcPts val="900"/>
              </a:spcAft>
            </a:pPr>
            <a:r>
              <a:rPr sz="1220" b="0">
                <a:solidFill>
                  <a:srgbClr val="142A2E"/>
                </a:solidFill>
                <a:latin typeface="微软雅黑"/>
              </a:rPr>
              <a:t>·  留下的长期资产只有一条经验：安全面要按路径最高点算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六、工程实践：两层测试守住不变量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263 项后端测试 + 13 项前端几何自检；每次改动都跑全套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737360"/>
          <a:ext cx="10607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33147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不变量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</a:rPr>
                        <a:t>防止什么</a:t>
                      </a:r>
                    </a:p>
                  </a:txBody>
                  <a:tcPr>
                    <a:solidFill>
                      <a:srgbClr val="0E6B6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ap = 0 时刀路与开发前逐点一致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新功能悄悄改变默认行为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刀具圆周（含刀盘边缘）不越过该层料边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分层时切进已经成形的一侧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部件厚度不影响刀路（切削长度完全相同）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纯几何参数渗进刀路计算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刀路抬升保留真实 Z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斜面刀路被画在基准平面上（真实发生过）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毛坯一定包住工件、余量 0 时严丝合缝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毛坯画小了或位置错了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跳过放不下刀具的层时给出提醒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用户以为切了却没切</a:t>
                      </a:r>
                    </a:p>
                  </a:txBody>
                  <a:tcPr anchor="ctr">
                    <a:solidFill>
                      <a:srgbClr val="E4F2F0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平台之上的毛坯必须被清掉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A2E"/>
                          </a:solidFill>
                          <a:latin typeface="微软雅黑"/>
                        </a:rPr>
                        <a:t>平顶上留一层料（真实发生过）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" y="4617720"/>
            <a:ext cx="5120640" cy="155448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验证手段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单元与接口测试：python -m unittest discover -s tests（263 项）。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前端几何自检：node tools/check_frontend_geometry.mjs（13 项，退出码非 0 即失败）。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端到端：启动窗口后直接调 HTTP 接口校对数字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617720"/>
            <a:ext cx="5120640" cy="1554480"/>
          </a:xfrm>
          <a:prstGeom prst="roundRect">
            <a:avLst/>
          </a:prstGeom>
          <a:solidFill>
            <a:srgbClr val="FAF1DF"/>
          </a:solidFill>
          <a:ln w="12700">
            <a:solidFill>
              <a:srgbClr val="C277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C2770A"/>
                </a:solidFill>
                <a:latin typeface="微软雅黑"/>
              </a:rPr>
              <a:t>另一种诚实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文档里的分层剖面直接来自规划器输出，不是示意图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撤回的功能保留说明与存档图，不假装没做过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>
                <a:solidFill>
                  <a:srgbClr val="142A2E"/>
                </a:solidFill>
                <a:latin typeface="微软雅黑"/>
              </a:rPr>
              <a:t>七、已知限制与后续方向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3385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66666"/>
                </a:solidFill>
                <a:latin typeface="微软雅黑"/>
              </a:rPr>
              <a:t>如实交代边界，比夸大能力更有用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120640" cy="4023360"/>
          </a:xfrm>
          <a:prstGeom prst="roundRect">
            <a:avLst/>
          </a:prstGeom>
          <a:solidFill>
            <a:srgbClr val="EEF1F1"/>
          </a:solidFill>
          <a:ln w="12700">
            <a:solidFill>
              <a:srgbClr val="5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566666"/>
                </a:solidFill>
                <a:latin typeface="微软雅黑"/>
              </a:rPr>
              <a:t>已知限制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模型是 2.5D：刀轴始终竖直，刀具**不沿曲面法向偏置**——平底刀从第一个斜面刀路起就会过切，斜度超过 45° 时球头刀/圆鼻刀的刀侧也会切进坡面（切削仿真如实显示：30° 时 0.464 mm、60° 时 2.99 mm，与解析值一致）。要消掉它需要真正的三维偏置（沿曲面法向抬刀）。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切削仿真会把真实结果画出来：把刀心放开到区域边界之后，边界那一圈与四个角的残留已经消失（内部与边界 18225/18225 个节点全部切到加工面）；斜面上球头刀/圆鼻刀的刀侧切入是 2.5D 模型的固有结果（见上一条），仿真会如实显示。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不做材料去除仿真：分层粗加工的层数、每层范围与顺序都是真的，但每层实际切多深、受力多少没有模拟。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不计算残留高度：平面上球头刀与圆鼻刀的残留高度需要三维曲面加工模型。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分层时层间会抬刀一次（每层是独立的进刀—走刀—抬刀），还没有“层间不抬刀”或“斜向下刀”的优化。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毛坯目前只用于显示与分层起点的定义，不参与求交或装夹校验。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未经真实机床验证：G-code 是标准的三轴指令，但没有在机床上跑过。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20640" cy="4023360"/>
          </a:xfrm>
          <a:prstGeom prst="roundRect">
            <a:avLst/>
          </a:prstGeom>
          <a:solidFill>
            <a:srgbClr val="E4F2F0"/>
          </a:solidFill>
          <a:ln w="12700">
            <a:solidFill>
              <a:srgbClr val="0E6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E6B62"/>
                </a:solidFill>
                <a:latin typeface="微软雅黑"/>
              </a:rPr>
              <a:t>后续可选方向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沿曲面法向偏置（真正的三维刀补）：消掉斜度超过 45° 时球头刀/圆鼻刀刀侧切进坡面的问题。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切宽按斜面真实长度计算：现在切宽量的是 XY 投影距离，斜面上真实间距 = 切宽 / cos(斜度)。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层间不抬刀 / 斜向下刀：斜面上用螺旋或斜线进刀代替每层垂直扎刀。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残留高度与球头刀残留模型：需要先支持真正的三维曲面区域。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刀具库与多把刀：一个程序里粗精加工用不同刀具。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平台那一层只走平顶范围：目前为了清干净，它是按整个区域走的，斜面上略有冗余。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42A2E"/>
                </a:solidFill>
                <a:latin typeface="微软雅黑"/>
              </a:rPr>
              <a:t>·  把 office 记录（本文档与配套 PPT）随项目一起归档。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47120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355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566666"/>
                </a:solidFill>
                <a:latin typeface="微软雅黑"/>
              </a:rPr>
              <a:t>ToolpathLab · 功能开发记录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3108960"/>
          </a:xfrm>
          <a:prstGeom prst="rect">
            <a:avLst/>
          </a:prstGeom>
          <a:solidFill>
            <a:srgbClr val="0E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谢谢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6EEEB"/>
                </a:solidFill>
                <a:latin typeface="微软雅黑"/>
              </a:rPr>
              <a:t>刀路算得出来、看得见、验得清——这就是这次开发想守住的底线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42A2E"/>
                </a:solidFill>
                <a:latin typeface="微软雅黑"/>
              </a:rPr>
              <a:t>交付物：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42A2E"/>
                </a:solidFill>
                <a:latin typeface="微软雅黑"/>
              </a:rPr>
              <a:t>·  ToolpathLab 仓库（分支 U202310673，14 次提交、工作区干净）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42A2E"/>
                </a:solidFill>
                <a:latin typeface="微软雅黑"/>
              </a:rPr>
              <a:t>·  启动方式：双击 start.bat，或 python -m toolpath_lab 后打开 127.0.0.1:8770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42A2E"/>
                </a:solidFill>
                <a:latin typeface="微软雅黑"/>
              </a:rPr>
              <a:t>·  测试：python -m unittest discover -s tests（263 项）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42A2E"/>
                </a:solidFill>
                <a:latin typeface="微软雅黑"/>
              </a:rPr>
              <a:t>·  前端几何自检：node tools/check_frontend_geometry.mjs（13 项）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42A2E"/>
                </a:solidFill>
                <a:latin typeface="微软雅黑"/>
              </a:rPr>
              <a:t>·  本记录文档与配套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